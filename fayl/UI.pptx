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C3029-CEF6-443C-BA8F-DF1A668A4F0C}" type="datetimeFigureOut">
              <a:rPr lang="ru-RU" smtClean="0"/>
              <a:t>24.05.2023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FC118-8B09-42D4-91B2-D2200EB89D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910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C3029-CEF6-443C-BA8F-DF1A668A4F0C}" type="datetimeFigureOut">
              <a:rPr lang="ru-RU" smtClean="0"/>
              <a:t>24.05.2023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FC118-8B09-42D4-91B2-D2200EB89D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0519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C3029-CEF6-443C-BA8F-DF1A668A4F0C}" type="datetimeFigureOut">
              <a:rPr lang="ru-RU" smtClean="0"/>
              <a:t>24.05.2023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FC118-8B09-42D4-91B2-D2200EB89D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287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C3029-CEF6-443C-BA8F-DF1A668A4F0C}" type="datetimeFigureOut">
              <a:rPr lang="ru-RU" smtClean="0"/>
              <a:t>24.05.2023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FC118-8B09-42D4-91B2-D2200EB89D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2969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C3029-CEF6-443C-BA8F-DF1A668A4F0C}" type="datetimeFigureOut">
              <a:rPr lang="ru-RU" smtClean="0"/>
              <a:t>24.05.2023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FC118-8B09-42D4-91B2-D2200EB89D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1595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C3029-CEF6-443C-BA8F-DF1A668A4F0C}" type="datetimeFigureOut">
              <a:rPr lang="ru-RU" smtClean="0"/>
              <a:t>24.05.2023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FC118-8B09-42D4-91B2-D2200EB89D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0629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C3029-CEF6-443C-BA8F-DF1A668A4F0C}" type="datetimeFigureOut">
              <a:rPr lang="ru-RU" smtClean="0"/>
              <a:t>24.05.2023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FC118-8B09-42D4-91B2-D2200EB89D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8715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C3029-CEF6-443C-BA8F-DF1A668A4F0C}" type="datetimeFigureOut">
              <a:rPr lang="ru-RU" smtClean="0"/>
              <a:t>24.05.2023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FC118-8B09-42D4-91B2-D2200EB89D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4520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C3029-CEF6-443C-BA8F-DF1A668A4F0C}" type="datetimeFigureOut">
              <a:rPr lang="ru-RU" smtClean="0"/>
              <a:t>24.05.2023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FC118-8B09-42D4-91B2-D2200EB89D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100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C3029-CEF6-443C-BA8F-DF1A668A4F0C}" type="datetimeFigureOut">
              <a:rPr lang="ru-RU" smtClean="0"/>
              <a:t>24.05.2023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FC118-8B09-42D4-91B2-D2200EB89D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7171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C3029-CEF6-443C-BA8F-DF1A668A4F0C}" type="datetimeFigureOut">
              <a:rPr lang="ru-RU" smtClean="0"/>
              <a:t>24.05.2023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FC118-8B09-42D4-91B2-D2200EB89D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8927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5C3029-CEF6-443C-BA8F-DF1A668A4F0C}" type="datetimeFigureOut">
              <a:rPr lang="ru-RU" smtClean="0"/>
              <a:t>24.05.2023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FFC118-8B09-42D4-91B2-D2200EB89D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0965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252" y="88856"/>
            <a:ext cx="8052047" cy="6707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79184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Ozodbek Sultonov</dc:creator>
  <cp:lastModifiedBy>Ozodbek Sultonov</cp:lastModifiedBy>
  <cp:revision>1</cp:revision>
  <dcterms:created xsi:type="dcterms:W3CDTF">2023-05-24T10:27:01Z</dcterms:created>
  <dcterms:modified xsi:type="dcterms:W3CDTF">2023-05-24T10:27:26Z</dcterms:modified>
</cp:coreProperties>
</file>